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21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F36B"/>
                </a:solidFill>
              </a:rPr>
              <a:t>FORESIGHT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Demand forecasting for smarter inventory decisions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6DE"/>
                </a:solidFill>
              </a:rPr>
              <a:t>AI-powered demand &amp; inventory intelligence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0" y="1143000"/>
            <a:ext cx="2194560" cy="3474720"/>
          </a:xfrm>
          <a:prstGeom prst="roundRect">
            <a:avLst>
              <a:gd name="adj" fmla="val 3333"/>
            </a:avLst>
          </a:prstGeom>
          <a:solidFill>
            <a:srgbClr val="285847"/>
          </a:solidFill>
          <a:ln w="12700">
            <a:solidFill>
              <a:srgbClr val="285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1627632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F36B"/>
                </a:solidFill>
              </a:rPr>
              <a:t>PREDICT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7F36B"/>
                </a:solidFill>
              </a:rPr>
              <a:t>DEMAND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7F36B"/>
                </a:solidFill>
              </a:rPr>
              <a:t>PREVENT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7F36B"/>
                </a:solidFill>
              </a:rPr>
              <a:t>RISK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76F"/>
                </a:solidFill>
              </a:rPr>
              <a:t>FORESIGHT  |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inventory challenge is a demand-decision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76F"/>
                </a:solidFill>
              </a:rPr>
              <a:t>Too little stock loses sales. Too much stock ties up cash and increases expiry or storage cost.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10991088" cy="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47088"/>
            <a:ext cx="10744200" cy="868680"/>
          </a:xfrm>
          <a:prstGeom prst="roundRect">
            <a:avLst>
              <a:gd name="adj" fmla="val 5263"/>
            </a:avLst>
          </a:prstGeom>
          <a:solidFill>
            <a:srgbClr val="F4F7F4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48256"/>
            <a:ext cx="438912" cy="438912"/>
          </a:xfrm>
          <a:prstGeom prst="ellipse">
            <a:avLst/>
          </a:prstGeom>
          <a:solidFill>
            <a:srgbClr val="D86D62"/>
          </a:solidFill>
          <a:ln w="12700">
            <a:solidFill>
              <a:srgbClr val="D86D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632" y="20025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1E"/>
                </a:solidFill>
              </a:rPr>
              <a:t>Stockout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0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21E"/>
                </a:solidFill>
              </a:rPr>
              <a:t>Demand exceeds available inventory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1993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76F"/>
                </a:solidFill>
              </a:rPr>
              <a:t>Lost sales and customer frustration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081528"/>
            <a:ext cx="10744200" cy="868680"/>
          </a:xfrm>
          <a:prstGeom prst="roundRect">
            <a:avLst>
              <a:gd name="adj" fmla="val 5263"/>
            </a:avLst>
          </a:prstGeom>
          <a:solidFill>
            <a:srgbClr val="F4F7F4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282696"/>
            <a:ext cx="438912" cy="438912"/>
          </a:xfrm>
          <a:prstGeom prst="ellipse">
            <a:avLst/>
          </a:prstGeom>
          <a:solidFill>
            <a:srgbClr val="E6A547"/>
          </a:solidFill>
          <a:ln w="12700">
            <a:solidFill>
              <a:srgbClr val="E6A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32369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1E"/>
                </a:solidFill>
              </a:rPr>
              <a:t>Overstock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00400" y="32278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21E"/>
                </a:solidFill>
              </a:rPr>
              <a:t>Inventory exceeds future demand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3227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76F"/>
                </a:solidFill>
              </a:rPr>
              <a:t>Cash tied up, storage and expiry risk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315968"/>
            <a:ext cx="10744200" cy="868680"/>
          </a:xfrm>
          <a:prstGeom prst="roundRect">
            <a:avLst>
              <a:gd name="adj" fmla="val 5263"/>
            </a:avLst>
          </a:prstGeom>
          <a:solidFill>
            <a:srgbClr val="F4F7F4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517136"/>
            <a:ext cx="438912" cy="438912"/>
          </a:xfrm>
          <a:prstGeom prst="ellipse">
            <a:avLst/>
          </a:prstGeom>
          <a:solidFill>
            <a:srgbClr val="69776F"/>
          </a:solidFill>
          <a:ln w="12700">
            <a:solidFill>
              <a:srgbClr val="697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27632" y="44714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1E"/>
                </a:solidFill>
              </a:rPr>
              <a:t>Manual planning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00400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21E"/>
                </a:solidFill>
              </a:rPr>
              <a:t>Spreadsheets cannot react to pattern changes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4462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76F"/>
                </a:solidFill>
              </a:rPr>
              <a:t>Slow, inconsistent decisions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76F"/>
                </a:solidFill>
              </a:rPr>
              <a:t>FORESIGHT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FORESIGHT turns sales history into inventory 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76F"/>
                </a:solidFill>
              </a:rPr>
              <a:t>The operational workflow is transparent and repeatable.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10991088" cy="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47088"/>
            <a:ext cx="502920" cy="502920"/>
          </a:xfrm>
          <a:prstGeom prst="ellipse">
            <a:avLst/>
          </a:prstGeom>
          <a:solidFill>
            <a:srgbClr val="193F35"/>
          </a:solidFill>
          <a:ln w="12700">
            <a:solidFill>
              <a:srgbClr val="193F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94767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1E"/>
                </a:solidFill>
              </a:rPr>
              <a:t>Upload sales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0358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76F"/>
                </a:solidFill>
              </a:rPr>
              <a:t>CSV / Excel: date, SKU, quantity, current stock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25880" y="2093976"/>
            <a:ext cx="1344168" cy="0"/>
          </a:xfrm>
          <a:prstGeom prst="line">
            <a:avLst/>
          </a:prstGeom>
          <a:noFill/>
          <a:ln w="25400">
            <a:solidFill>
              <a:srgbClr val="C7F36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98648" y="1847088"/>
            <a:ext cx="502920" cy="502920"/>
          </a:xfrm>
          <a:prstGeom prst="ellipse">
            <a:avLst/>
          </a:prstGeom>
          <a:solidFill>
            <a:srgbClr val="193F35"/>
          </a:solidFill>
          <a:ln w="12700">
            <a:solidFill>
              <a:srgbClr val="193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194767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98648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1E"/>
                </a:solidFill>
              </a:rPr>
              <a:t>Clean &amp; analyse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98648" y="30358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76F"/>
                </a:solidFill>
              </a:rPr>
              <a:t>Validate records and learn trend / seasonal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38728" y="2093976"/>
            <a:ext cx="1344168" cy="0"/>
          </a:xfrm>
          <a:prstGeom prst="line">
            <a:avLst/>
          </a:prstGeom>
          <a:noFill/>
          <a:ln w="25400">
            <a:solidFill>
              <a:srgbClr val="C7F36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11496" y="1847088"/>
            <a:ext cx="502920" cy="502920"/>
          </a:xfrm>
          <a:prstGeom prst="ellipse">
            <a:avLst/>
          </a:prstGeom>
          <a:solidFill>
            <a:srgbClr val="193F35"/>
          </a:solidFill>
          <a:ln w="12700">
            <a:solidFill>
              <a:srgbClr val="193F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194767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11496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1E"/>
                </a:solidFill>
              </a:rPr>
              <a:t>Train forecast model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11496" y="30358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76F"/>
                </a:solidFill>
              </a:rPr>
              <a:t>Predict daily demand at SKU level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51576" y="2093976"/>
            <a:ext cx="1344168" cy="0"/>
          </a:xfrm>
          <a:prstGeom prst="line">
            <a:avLst/>
          </a:prstGeom>
          <a:noFill/>
          <a:ln w="25400">
            <a:solidFill>
              <a:srgbClr val="C7F36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24344" y="1847088"/>
            <a:ext cx="502920" cy="502920"/>
          </a:xfrm>
          <a:prstGeom prst="ellipse">
            <a:avLst/>
          </a:prstGeom>
          <a:solidFill>
            <a:srgbClr val="193F35"/>
          </a:solidFill>
          <a:ln w="12700">
            <a:solidFill>
              <a:srgbClr val="193F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194767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24344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1E"/>
                </a:solidFill>
              </a:rPr>
              <a:t>Score inventory risk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24344" y="30358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76F"/>
                </a:solidFill>
              </a:rPr>
              <a:t>Calculate days of cover, stockout and overstock exposure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64424" y="2093976"/>
            <a:ext cx="1344168" cy="0"/>
          </a:xfrm>
          <a:prstGeom prst="line">
            <a:avLst/>
          </a:prstGeom>
          <a:noFill/>
          <a:ln w="25400">
            <a:solidFill>
              <a:srgbClr val="C7F36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37192" y="1847088"/>
            <a:ext cx="502920" cy="502920"/>
          </a:xfrm>
          <a:prstGeom prst="ellipse">
            <a:avLst/>
          </a:prstGeom>
          <a:solidFill>
            <a:srgbClr val="193F35"/>
          </a:solidFill>
          <a:ln w="12700">
            <a:solidFill>
              <a:srgbClr val="193F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65208" y="194767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37192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1E"/>
                </a:solidFill>
              </a:rPr>
              <a:t>Recommend action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537192" y="30358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76F"/>
                </a:solidFill>
              </a:rPr>
              <a:t>Prioritize reorders, transfers and promotion opportunities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76F"/>
                </a:solidFill>
              </a:rPr>
              <a:t>FORESIGHT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Outputs make the next inventory decision clear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76F"/>
                </a:solidFill>
              </a:rPr>
              <a:t>The dashboard combines forecasted demand, inventory cover and ranked actions.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10991088" cy="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5166360" cy="3611880"/>
          </a:xfrm>
          <a:prstGeom prst="roundRect">
            <a:avLst>
              <a:gd name="adj" fmla="val 1266"/>
            </a:avLst>
          </a:prstGeom>
          <a:solidFill>
            <a:srgbClr val="F4F7F4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21E"/>
                </a:solidFill>
              </a:rPr>
              <a:t>Forecast &amp; risk register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21E"/>
                </a:solidFill>
              </a:rPr>
              <a:t>Milk 1L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6D62"/>
                </a:solidFill>
              </a:rPr>
              <a:t>High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2606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76F"/>
                </a:solidFill>
              </a:rPr>
              <a:t>Reorder immediately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227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21E"/>
                </a:solidFill>
              </a:rPr>
              <a:t>Rice 5kg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3227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76F"/>
                </a:solidFill>
              </a:rPr>
              <a:t>Healthy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3227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76F"/>
                </a:solidFill>
              </a:rPr>
              <a:t>Monitor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8496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21E"/>
                </a:solidFill>
              </a:rPr>
              <a:t>Potato Chips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38496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76F"/>
                </a:solidFill>
              </a:rPr>
              <a:t>Overstock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8496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76F"/>
                </a:solidFill>
              </a:rPr>
              <a:t>Pause purchase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21E"/>
                </a:solidFill>
              </a:rPr>
              <a:t>How teams use FORESIGHT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75120" y="2468880"/>
            <a:ext cx="228600" cy="228600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4414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21E"/>
                </a:solidFill>
              </a:rPr>
              <a:t>Plan purchase orders with 7/30 day demand forecast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072384"/>
            <a:ext cx="228600" cy="228600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0449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21E"/>
                </a:solidFill>
              </a:rPr>
              <a:t>Prevent lost sales through early stockout flags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3675888"/>
            <a:ext cx="228600" cy="228600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3648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21E"/>
                </a:solidFill>
              </a:rPr>
              <a:t>Reduce carrying cost with overstock visibility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4279392"/>
            <a:ext cx="228600" cy="228600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4251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21E"/>
                </a:solidFill>
              </a:rPr>
              <a:t>Track model accuracy and data quality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76F"/>
                </a:solidFill>
              </a:rPr>
              <a:t>FORESIGHT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rollout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76F"/>
                </a:solidFill>
              </a:rPr>
              <a:t>Start with one category, validate value, then extend across the network.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10991088" cy="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F35"/>
                </a:solidFill>
              </a:rPr>
              <a:t>Week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82880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1E"/>
                </a:solidFill>
              </a:rPr>
              <a:t>Connect sales export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1828800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76F"/>
                </a:solidFill>
              </a:rPr>
              <a:t>Confirm SKU / stock fields and clean history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304288"/>
            <a:ext cx="9738360" cy="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919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F35"/>
                </a:solidFill>
              </a:rPr>
              <a:t>Week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267919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1E"/>
                </a:solidFill>
              </a:rPr>
              <a:t>Validate forecast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2679192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76F"/>
                </a:solidFill>
              </a:rPr>
              <a:t>Compare accuracy with planner baseline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9738360" cy="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958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F35"/>
                </a:solidFill>
              </a:rPr>
              <a:t>Week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52958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1E"/>
                </a:solidFill>
              </a:rPr>
              <a:t>Pilot actions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34840" y="3529584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76F"/>
                </a:solidFill>
              </a:rPr>
              <a:t>Review reorder and overstock suggestions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005072"/>
            <a:ext cx="9738360" cy="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7997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F35"/>
                </a:solidFill>
              </a:rPr>
              <a:t>Week 4+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437997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1E"/>
                </a:solidFill>
              </a:rPr>
              <a:t>Scale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34840" y="4379976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76F"/>
                </a:solidFill>
              </a:rPr>
              <a:t>Add locations, seasonal drivers and business rules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855464"/>
            <a:ext cx="9738360" cy="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669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21E"/>
                </a:solidFill>
              </a:rPr>
              <a:t>Decision ask: approve a pilot data set and inventory owner.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76F"/>
                </a:solidFill>
              </a:rPr>
              <a:t>FORESIGHT  | 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Demand and Inventory Intelligence</dc:subject>
  <dc:creator>FORESIGHT</dc:creator>
  <cp:lastModifiedBy>FORESIGHT</cp:lastModifiedBy>
  <cp:revision>1</cp:revision>
  <dcterms:created xsi:type="dcterms:W3CDTF">2026-07-29T13:23:29Z</dcterms:created>
  <dcterms:modified xsi:type="dcterms:W3CDTF">2026-07-29T13:23:29Z</dcterms:modified>
</cp:coreProperties>
</file>